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accidents-tiers/" TargetMode="External"/><Relationship Id="rId7" Type="http://schemas.openxmlformats.org/officeDocument/2006/relationships/hyperlink" Target="https://ayming-france.github.io/cotisations-atm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tmp-famille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tmp-famille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atmp-famille&amp;utm_content=testimonia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2476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0252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5288177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7455953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9623878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