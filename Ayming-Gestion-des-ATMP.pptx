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ayming-france.github.io/declarer-un-accident-du-travail/" TargetMode="External"/><Relationship Id="rId4" Type="http://schemas.openxmlformats.org/officeDocument/2006/relationships/hyperlink" Target="https://ayming-france.github.io/questionnaires-de-maladie-professionnelle/" TargetMode="External"/><Relationship Id="rId5" Type="http://schemas.openxmlformats.org/officeDocument/2006/relationships/hyperlink" Target="https://ayming-france.github.io/pilotage-arrets-longue-duree/" TargetMode="External"/><Relationship Id="rId6" Type="http://schemas.openxmlformats.org/officeDocument/2006/relationships/hyperlink" Target="https://ayming-france.github.io/accidents-tiers/" TargetMode="External"/><Relationship Id="rId7" Type="http://schemas.openxmlformats.org/officeDocument/2006/relationships/hyperlink" Target="https://ayming-france.github.io/cotisations-atmp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atmp-famille&amp;utm_content=testimonial" TargetMode="External"/><Relationship Id="rId4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atmp-famille&amp;utm_content=testimonial" TargetMode="External"/><Relationship Id="rId5" Type="http://schemas.openxmlformats.org/officeDocument/2006/relationships/hyperlink" Target="https://www.ayming.fr/temoignages-clients/colruyt-securise-ses-couts-lies-aux-at-mp/?utm_source=slides-sales&amp;utm_medium=print&amp;utm_campaign=atmp-famille&amp;utm_content=testimonia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2476" y="1884861"/>
            <a:ext cx="1996330" cy="36289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3120252" y="1884861"/>
            <a:ext cx="1996479" cy="36289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5288177" y="1884861"/>
            <a:ext cx="1996330" cy="36289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7455953" y="1884861"/>
            <a:ext cx="1996479" cy="36289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9623878" y="1884861"/>
            <a:ext cx="1996330" cy="36289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86542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