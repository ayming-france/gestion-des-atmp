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hyperlink" Target="https://ayming-france.github.io/declarer-un-accident-du-travail/" TargetMode="External"/><Relationship Id="rId4" Type="http://schemas.openxmlformats.org/officeDocument/2006/relationships/hyperlink" Target="https://ayming-france.github.io/questionnaires-de-maladie-professionnelle/" TargetMode="External"/><Relationship Id="rId5" Type="http://schemas.openxmlformats.org/officeDocument/2006/relationships/hyperlink" Target="https://ayming-france.github.io/pilotage-arrets-longue-duree/" TargetMode="External"/><Relationship Id="rId6" Type="http://schemas.openxmlformats.org/officeDocument/2006/relationships/hyperlink" Target="https://ayming-france.github.io/accidents-tiers/" TargetMode="External"/><Relationship Id="rId7" Type="http://schemas.openxmlformats.org/officeDocument/2006/relationships/hyperlink" Target="https://ayming-france.github.io/cotisations-atmp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hyperlink" Target="https://www.ayming.fr/temoignages-clients/stef-ameliore-pilotage-arret-travail-et-risques-professionnels/?utm_source=slides-sales&amp;utm_medium=print&amp;utm_campaign=atmp-famille&amp;utm_content=testimonial" TargetMode="External"/><Relationship Id="rId4" Type="http://schemas.openxmlformats.org/officeDocument/2006/relationships/hyperlink" Target="https://www.ayming.fr/temoignages-clients/gemfos-reussi-a-reduire-les-accidents-du-travail-et-optimiser-la-gestion-des-absences/?utm_source=slides-sales&amp;utm_medium=print&amp;utm_campaign=atmp-famille&amp;utm_content=testimonial" TargetMode="External"/><Relationship Id="rId5" Type="http://schemas.openxmlformats.org/officeDocument/2006/relationships/hyperlink" Target="https://www.ayming.fr/temoignages-clients/colruyt-securise-ses-couts-lies-aux-at-mp/?utm_source=slides-sales&amp;utm_medium=print&amp;utm_campaign=atmp-famille&amp;utm_content=testimonia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52396" y="1733442"/>
            <a:ext cx="2224482" cy="40436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2567918" y="1733442"/>
            <a:ext cx="2224648" cy="40436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4983606" y="1733442"/>
            <a:ext cx="2224482" cy="40436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7399128" y="1733442"/>
            <a:ext cx="2224648" cy="40436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r:id="rId7"/>
          </p:cNvPr>
          <p:cNvSpPr/>
          <p:nvPr/>
        </p:nvSpPr>
        <p:spPr>
          <a:xfrm>
            <a:off x="9814815" y="1733442"/>
            <a:ext cx="2224482" cy="40436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58529" y="1526483"/>
            <a:ext cx="36085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291585" y="1526483"/>
            <a:ext cx="36085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8324641" y="1526483"/>
            <a:ext cx="36085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