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accidents-tiers/" TargetMode="External"/><Relationship Id="rId7" Type="http://schemas.openxmlformats.org/officeDocument/2006/relationships/hyperlink" Target="https://ayming-france.github.io/cotisations-atmp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tmp-famille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tmp-famille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atmp-famille&amp;utm_content=testimonia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52396" y="1733442"/>
            <a:ext cx="2224482" cy="404366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67918" y="1733442"/>
            <a:ext cx="2224648" cy="404366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4983606" y="1733442"/>
            <a:ext cx="2224482" cy="404366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7399128" y="1733442"/>
            <a:ext cx="2224648" cy="404366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9814815" y="1733442"/>
            <a:ext cx="2224482" cy="404366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291585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324641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