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questionnaires-de-maladie-professionnelle/" TargetMode="External"/><Relationship Id="rId5" Type="http://schemas.openxmlformats.org/officeDocument/2006/relationships/hyperlink" Target="https://ayming-france.github.io/pilotage-arrets-longue-duree/" TargetMode="External"/><Relationship Id="rId6" Type="http://schemas.openxmlformats.org/officeDocument/2006/relationships/hyperlink" Target="https://ayming-france.github.io/accidents-tiers/" TargetMode="External"/><Relationship Id="rId7" Type="http://schemas.openxmlformats.org/officeDocument/2006/relationships/hyperlink" Target="https://ayming-france.github.io/cotisations-atmp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atmp-famille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tmp-famille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atmp-famille&amp;utm_content=testimonia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761980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929757" y="1884861"/>
            <a:ext cx="1996479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5097682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7265458" y="1884861"/>
            <a:ext cx="1996479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r:id="rId7"/>
          </p:cNvPr>
          <p:cNvSpPr/>
          <p:nvPr/>
        </p:nvSpPr>
        <p:spPr>
          <a:xfrm>
            <a:off x="9433383" y="1884861"/>
            <a:ext cx="1996330" cy="36289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85722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476638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096047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